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 standalone="yes"?><p:sldMaster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/p:spTree></p:cSld><p:clrMap accent1="accent1" accent2="accent2" accent3="accent3" accent4="accent4" accent5="accent5" accent6="accent6" bg1="lt1" bg2="lt2" folHlink="folHlink" hlink="hlink" tx1="dk1" tx2="dk2"/><p:sldLayoutIdLst><p:sldLayoutId id="1" r:id="rId1"/></p:sldLayoutIdLst><p:txStyles><p:titleStyle><a:lvl1pPr algn="ctr" defRPr sz="4400"/></p:titleStyle><p:bodyStyle><a:lvl1pPr marL="0" indent="0"/></p:bodyStyle><p:otherStyle><a:lvl1pPr/></p:otherStyle></p:txStyles>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